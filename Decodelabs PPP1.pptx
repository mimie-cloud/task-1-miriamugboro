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8E79AA-99BA-46F0-963F-C5F751E9AD53}" v="25" dt="2026-05-25T09:55:15.6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5" d="100"/>
          <a:sy n="55" d="100"/>
        </p:scale>
        <p:origin x="1096"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riam Ugboro" userId="d207c09dd460070f" providerId="LiveId" clId="{750935BD-E082-4F9E-BA47-2BF8181C09C4}"/>
    <pc:docChg chg="undo custSel addSld delSld modSld">
      <pc:chgData name="Miriam Ugboro" userId="d207c09dd460070f" providerId="LiveId" clId="{750935BD-E082-4F9E-BA47-2BF8181C09C4}" dt="2026-05-25T09:56:19.334" v="1224" actId="20577"/>
      <pc:docMkLst>
        <pc:docMk/>
      </pc:docMkLst>
      <pc:sldChg chg="modSp mod">
        <pc:chgData name="Miriam Ugboro" userId="d207c09dd460070f" providerId="LiveId" clId="{750935BD-E082-4F9E-BA47-2BF8181C09C4}" dt="2026-05-25T09:52:05.125" v="1156" actId="20577"/>
        <pc:sldMkLst>
          <pc:docMk/>
          <pc:sldMk cId="457242742" sldId="256"/>
        </pc:sldMkLst>
        <pc:spChg chg="mod">
          <ac:chgData name="Miriam Ugboro" userId="d207c09dd460070f" providerId="LiveId" clId="{750935BD-E082-4F9E-BA47-2BF8181C09C4}" dt="2026-05-25T09:52:05.125" v="1156" actId="20577"/>
          <ac:spMkLst>
            <pc:docMk/>
            <pc:sldMk cId="457242742" sldId="256"/>
            <ac:spMk id="4" creationId="{71C744B8-E9BD-45BF-8CA8-37442832C92C}"/>
          </ac:spMkLst>
        </pc:spChg>
      </pc:sldChg>
      <pc:sldChg chg="modSp mod">
        <pc:chgData name="Miriam Ugboro" userId="d207c09dd460070f" providerId="LiveId" clId="{750935BD-E082-4F9E-BA47-2BF8181C09C4}" dt="2026-05-25T09:55:35.988" v="1219" actId="20577"/>
        <pc:sldMkLst>
          <pc:docMk/>
          <pc:sldMk cId="3079136480" sldId="257"/>
        </pc:sldMkLst>
        <pc:spChg chg="mod">
          <ac:chgData name="Miriam Ugboro" userId="d207c09dd460070f" providerId="LiveId" clId="{750935BD-E082-4F9E-BA47-2BF8181C09C4}" dt="2026-05-25T09:55:35.988" v="1219" actId="20577"/>
          <ac:spMkLst>
            <pc:docMk/>
            <pc:sldMk cId="3079136480" sldId="257"/>
            <ac:spMk id="6" creationId="{78C6E017-D0F1-87C2-449A-E38A77418CF5}"/>
          </ac:spMkLst>
        </pc:spChg>
      </pc:sldChg>
      <pc:sldChg chg="addSp delSp modSp add del mod">
        <pc:chgData name="Miriam Ugboro" userId="d207c09dd460070f" providerId="LiveId" clId="{750935BD-E082-4F9E-BA47-2BF8181C09C4}" dt="2026-05-25T09:54:35.747" v="1202" actId="20577"/>
        <pc:sldMkLst>
          <pc:docMk/>
          <pc:sldMk cId="2423838629" sldId="258"/>
        </pc:sldMkLst>
        <pc:spChg chg="del mod">
          <ac:chgData name="Miriam Ugboro" userId="d207c09dd460070f" providerId="LiveId" clId="{750935BD-E082-4F9E-BA47-2BF8181C09C4}" dt="2026-05-25T08:45:42.373" v="5" actId="21"/>
          <ac:spMkLst>
            <pc:docMk/>
            <pc:sldMk cId="2423838629" sldId="258"/>
            <ac:spMk id="4" creationId="{37E75F2F-0995-92E4-2F81-F4800198A579}"/>
          </ac:spMkLst>
        </pc:spChg>
        <pc:spChg chg="add mod">
          <ac:chgData name="Miriam Ugboro" userId="d207c09dd460070f" providerId="LiveId" clId="{750935BD-E082-4F9E-BA47-2BF8181C09C4}" dt="2026-05-25T09:54:35.747" v="1202" actId="20577"/>
          <ac:spMkLst>
            <pc:docMk/>
            <pc:sldMk cId="2423838629" sldId="258"/>
            <ac:spMk id="5" creationId="{6918243D-B80E-F872-A08C-7DC718976579}"/>
          </ac:spMkLst>
        </pc:spChg>
      </pc:sldChg>
      <pc:sldChg chg="addSp delSp modSp new add del mod">
        <pc:chgData name="Miriam Ugboro" userId="d207c09dd460070f" providerId="LiveId" clId="{750935BD-E082-4F9E-BA47-2BF8181C09C4}" dt="2026-05-25T09:04:45.967" v="220" actId="47"/>
        <pc:sldMkLst>
          <pc:docMk/>
          <pc:sldMk cId="2750962652" sldId="259"/>
        </pc:sldMkLst>
        <pc:spChg chg="del">
          <ac:chgData name="Miriam Ugboro" userId="d207c09dd460070f" providerId="LiveId" clId="{750935BD-E082-4F9E-BA47-2BF8181C09C4}" dt="2026-05-25T08:49:24.865" v="61" actId="21"/>
          <ac:spMkLst>
            <pc:docMk/>
            <pc:sldMk cId="2750962652" sldId="259"/>
            <ac:spMk id="2" creationId="{DA653AA9-DECB-C01A-D2B0-AA4439BE59E9}"/>
          </ac:spMkLst>
        </pc:spChg>
        <pc:spChg chg="del">
          <ac:chgData name="Miriam Ugboro" userId="d207c09dd460070f" providerId="LiveId" clId="{750935BD-E082-4F9E-BA47-2BF8181C09C4}" dt="2026-05-25T08:49:28.968" v="62" actId="21"/>
          <ac:spMkLst>
            <pc:docMk/>
            <pc:sldMk cId="2750962652" sldId="259"/>
            <ac:spMk id="3" creationId="{080B6BCF-95BC-23F9-6A5B-766E646E87EA}"/>
          </ac:spMkLst>
        </pc:spChg>
        <pc:spChg chg="add mod">
          <ac:chgData name="Miriam Ugboro" userId="d207c09dd460070f" providerId="LiveId" clId="{750935BD-E082-4F9E-BA47-2BF8181C09C4}" dt="2026-05-25T08:54:53.195" v="134" actId="113"/>
          <ac:spMkLst>
            <pc:docMk/>
            <pc:sldMk cId="2750962652" sldId="259"/>
            <ac:spMk id="4" creationId="{990310BF-A9AB-0B70-91B5-79415A9A5A8F}"/>
          </ac:spMkLst>
        </pc:spChg>
      </pc:sldChg>
      <pc:sldChg chg="addSp modSp new add del mod">
        <pc:chgData name="Miriam Ugboro" userId="d207c09dd460070f" providerId="LiveId" clId="{750935BD-E082-4F9E-BA47-2BF8181C09C4}" dt="2026-05-25T09:04:47.374" v="221" actId="47"/>
        <pc:sldMkLst>
          <pc:docMk/>
          <pc:sldMk cId="122127567" sldId="260"/>
        </pc:sldMkLst>
        <pc:spChg chg="add mod">
          <ac:chgData name="Miriam Ugboro" userId="d207c09dd460070f" providerId="LiveId" clId="{750935BD-E082-4F9E-BA47-2BF8181C09C4}" dt="2026-05-25T09:02:17.585" v="172" actId="207"/>
          <ac:spMkLst>
            <pc:docMk/>
            <pc:sldMk cId="122127567" sldId="260"/>
            <ac:spMk id="2" creationId="{DD7ECB48-0E2D-9BD9-3DF1-4402FF657C7B}"/>
          </ac:spMkLst>
        </pc:spChg>
      </pc:sldChg>
      <pc:sldChg chg="addSp delSp modSp new add del mod">
        <pc:chgData name="Miriam Ugboro" userId="d207c09dd460070f" providerId="LiveId" clId="{750935BD-E082-4F9E-BA47-2BF8181C09C4}" dt="2026-05-25T09:16:44.764" v="542" actId="15"/>
        <pc:sldMkLst>
          <pc:docMk/>
          <pc:sldMk cId="1237866894" sldId="261"/>
        </pc:sldMkLst>
        <pc:spChg chg="add mod">
          <ac:chgData name="Miriam Ugboro" userId="d207c09dd460070f" providerId="LiveId" clId="{750935BD-E082-4F9E-BA47-2BF8181C09C4}" dt="2026-05-25T09:16:44.764" v="542" actId="15"/>
          <ac:spMkLst>
            <pc:docMk/>
            <pc:sldMk cId="1237866894" sldId="261"/>
            <ac:spMk id="2" creationId="{24E9AF60-15AB-5232-6FB9-BEEF05F26A79}"/>
          </ac:spMkLst>
        </pc:spChg>
        <pc:graphicFrameChg chg="add del mod modGraphic">
          <ac:chgData name="Miriam Ugboro" userId="d207c09dd460070f" providerId="LiveId" clId="{750935BD-E082-4F9E-BA47-2BF8181C09C4}" dt="2026-05-25T09:12:28.476" v="275" actId="21"/>
          <ac:graphicFrameMkLst>
            <pc:docMk/>
            <pc:sldMk cId="1237866894" sldId="261"/>
            <ac:graphicFrameMk id="3" creationId="{1A22C5E3-BF00-0A94-DC15-82EE94E4E4F4}"/>
          </ac:graphicFrameMkLst>
        </pc:graphicFrameChg>
        <pc:graphicFrameChg chg="add del mod modGraphic">
          <ac:chgData name="Miriam Ugboro" userId="d207c09dd460070f" providerId="LiveId" clId="{750935BD-E082-4F9E-BA47-2BF8181C09C4}" dt="2026-05-25T09:08:19.388" v="241" actId="21"/>
          <ac:graphicFrameMkLst>
            <pc:docMk/>
            <pc:sldMk cId="1237866894" sldId="261"/>
            <ac:graphicFrameMk id="4" creationId="{CCE1B767-4194-7C28-4AF4-22EC720C879B}"/>
          </ac:graphicFrameMkLst>
        </pc:graphicFrameChg>
        <pc:graphicFrameChg chg="add del mod modGraphic">
          <ac:chgData name="Miriam Ugboro" userId="d207c09dd460070f" providerId="LiveId" clId="{750935BD-E082-4F9E-BA47-2BF8181C09C4}" dt="2026-05-25T09:12:35.185" v="276" actId="21"/>
          <ac:graphicFrameMkLst>
            <pc:docMk/>
            <pc:sldMk cId="1237866894" sldId="261"/>
            <ac:graphicFrameMk id="5" creationId="{06C1E2C9-1A2A-52CE-12EF-7599EA423CEC}"/>
          </ac:graphicFrameMkLst>
        </pc:graphicFrameChg>
        <pc:graphicFrameChg chg="add del mod modGraphic">
          <ac:chgData name="Miriam Ugboro" userId="d207c09dd460070f" providerId="LiveId" clId="{750935BD-E082-4F9E-BA47-2BF8181C09C4}" dt="2026-05-25T09:12:43.913" v="278" actId="21"/>
          <ac:graphicFrameMkLst>
            <pc:docMk/>
            <pc:sldMk cId="1237866894" sldId="261"/>
            <ac:graphicFrameMk id="6" creationId="{750CFC29-1787-C351-DB8E-7810E44950F5}"/>
          </ac:graphicFrameMkLst>
        </pc:graphicFrameChg>
      </pc:sldChg>
      <pc:sldChg chg="addSp delSp modSp new mod">
        <pc:chgData name="Miriam Ugboro" userId="d207c09dd460070f" providerId="LiveId" clId="{750935BD-E082-4F9E-BA47-2BF8181C09C4}" dt="2026-05-25T09:40:26.076" v="849" actId="113"/>
        <pc:sldMkLst>
          <pc:docMk/>
          <pc:sldMk cId="42399347" sldId="262"/>
        </pc:sldMkLst>
        <pc:spChg chg="add del mod">
          <ac:chgData name="Miriam Ugboro" userId="d207c09dd460070f" providerId="LiveId" clId="{750935BD-E082-4F9E-BA47-2BF8181C09C4}" dt="2026-05-25T09:40:26.076" v="849" actId="113"/>
          <ac:spMkLst>
            <pc:docMk/>
            <pc:sldMk cId="42399347" sldId="262"/>
            <ac:spMk id="2" creationId="{B7C3ED43-8B87-BA95-92E1-350093DD9AA9}"/>
          </ac:spMkLst>
        </pc:spChg>
      </pc:sldChg>
      <pc:sldChg chg="addSp modSp new mod">
        <pc:chgData name="Miriam Ugboro" userId="d207c09dd460070f" providerId="LiveId" clId="{750935BD-E082-4F9E-BA47-2BF8181C09C4}" dt="2026-05-25T09:56:19.334" v="1224" actId="20577"/>
        <pc:sldMkLst>
          <pc:docMk/>
          <pc:sldMk cId="2825083733" sldId="263"/>
        </pc:sldMkLst>
        <pc:spChg chg="add mod">
          <ac:chgData name="Miriam Ugboro" userId="d207c09dd460070f" providerId="LiveId" clId="{750935BD-E082-4F9E-BA47-2BF8181C09C4}" dt="2026-05-25T09:56:19.334" v="1224" actId="20577"/>
          <ac:spMkLst>
            <pc:docMk/>
            <pc:sldMk cId="2825083733" sldId="263"/>
            <ac:spMk id="2" creationId="{CC492C2D-AB77-4D04-9D5A-DFBF9631B50F}"/>
          </ac:spMkLst>
        </pc:spChg>
      </pc:sldChg>
      <pc:sldChg chg="addSp modSp new mod">
        <pc:chgData name="Miriam Ugboro" userId="d207c09dd460070f" providerId="LiveId" clId="{750935BD-E082-4F9E-BA47-2BF8181C09C4}" dt="2026-05-25T09:45:37.598" v="1011" actId="207"/>
        <pc:sldMkLst>
          <pc:docMk/>
          <pc:sldMk cId="364521031" sldId="264"/>
        </pc:sldMkLst>
        <pc:spChg chg="add mod">
          <ac:chgData name="Miriam Ugboro" userId="d207c09dd460070f" providerId="LiveId" clId="{750935BD-E082-4F9E-BA47-2BF8181C09C4}" dt="2026-05-25T09:45:37.598" v="1011" actId="207"/>
          <ac:spMkLst>
            <pc:docMk/>
            <pc:sldMk cId="364521031" sldId="264"/>
            <ac:spMk id="2" creationId="{00FE33DD-EEAC-1595-F788-0575C0ACD28F}"/>
          </ac:spMkLst>
        </pc:spChg>
      </pc:sldChg>
      <pc:sldChg chg="addSp modSp new mod">
        <pc:chgData name="Miriam Ugboro" userId="d207c09dd460070f" providerId="LiveId" clId="{750935BD-E082-4F9E-BA47-2BF8181C09C4}" dt="2026-05-25T09:50:49.944" v="1105" actId="20577"/>
        <pc:sldMkLst>
          <pc:docMk/>
          <pc:sldMk cId="2689875321" sldId="265"/>
        </pc:sldMkLst>
        <pc:spChg chg="add mod">
          <ac:chgData name="Miriam Ugboro" userId="d207c09dd460070f" providerId="LiveId" clId="{750935BD-E082-4F9E-BA47-2BF8181C09C4}" dt="2026-05-25T09:50:49.944" v="1105" actId="20577"/>
          <ac:spMkLst>
            <pc:docMk/>
            <pc:sldMk cId="2689875321" sldId="265"/>
            <ac:spMk id="2" creationId="{79532273-396E-B3BE-F69F-429A4711FF1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4EA7A-701A-B289-380B-5E81BB0BE1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0116C3D-8A0B-7C21-4D45-B42E062E5B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39894DE-E3A9-F13E-5B91-2EE923160F19}"/>
              </a:ext>
            </a:extLst>
          </p:cNvPr>
          <p:cNvSpPr>
            <a:spLocks noGrp="1"/>
          </p:cNvSpPr>
          <p:nvPr>
            <p:ph type="dt" sz="half" idx="10"/>
          </p:nvPr>
        </p:nvSpPr>
        <p:spPr/>
        <p:txBody>
          <a:bodyPr/>
          <a:lstStyle/>
          <a:p>
            <a:fld id="{536B6671-C934-4494-AD7A-EA89DCAD6BD5}" type="datetimeFigureOut">
              <a:rPr lang="en-US" smtClean="0"/>
              <a:t>5/25/2026</a:t>
            </a:fld>
            <a:endParaRPr lang="en-US"/>
          </a:p>
        </p:txBody>
      </p:sp>
      <p:sp>
        <p:nvSpPr>
          <p:cNvPr id="5" name="Footer Placeholder 4">
            <a:extLst>
              <a:ext uri="{FF2B5EF4-FFF2-40B4-BE49-F238E27FC236}">
                <a16:creationId xmlns:a16="http://schemas.microsoft.com/office/drawing/2014/main" id="{D322236C-1124-358B-0B78-F586A5639B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4C6B90-6A7F-BFA6-361A-FDC226D8A675}"/>
              </a:ext>
            </a:extLst>
          </p:cNvPr>
          <p:cNvSpPr>
            <a:spLocks noGrp="1"/>
          </p:cNvSpPr>
          <p:nvPr>
            <p:ph type="sldNum" sz="quarter" idx="12"/>
          </p:nvPr>
        </p:nvSpPr>
        <p:spPr/>
        <p:txBody>
          <a:bodyPr/>
          <a:lstStyle/>
          <a:p>
            <a:fld id="{C758E074-D2EB-472E-BC60-4B7CBBC8FBEC}" type="slidenum">
              <a:rPr lang="en-US" smtClean="0"/>
              <a:t>‹#›</a:t>
            </a:fld>
            <a:endParaRPr lang="en-US"/>
          </a:p>
        </p:txBody>
      </p:sp>
    </p:spTree>
    <p:extLst>
      <p:ext uri="{BB962C8B-B14F-4D97-AF65-F5344CB8AC3E}">
        <p14:creationId xmlns:p14="http://schemas.microsoft.com/office/powerpoint/2010/main" val="9877108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1147D-FA47-2A63-CB82-9FCE780A09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920238-D7E8-0469-8AD8-39F2A261790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850F83-8745-6190-8313-14083F7B6C30}"/>
              </a:ext>
            </a:extLst>
          </p:cNvPr>
          <p:cNvSpPr>
            <a:spLocks noGrp="1"/>
          </p:cNvSpPr>
          <p:nvPr>
            <p:ph type="dt" sz="half" idx="10"/>
          </p:nvPr>
        </p:nvSpPr>
        <p:spPr/>
        <p:txBody>
          <a:bodyPr/>
          <a:lstStyle/>
          <a:p>
            <a:fld id="{536B6671-C934-4494-AD7A-EA89DCAD6BD5}" type="datetimeFigureOut">
              <a:rPr lang="en-US" smtClean="0"/>
              <a:t>5/25/2026</a:t>
            </a:fld>
            <a:endParaRPr lang="en-US"/>
          </a:p>
        </p:txBody>
      </p:sp>
      <p:sp>
        <p:nvSpPr>
          <p:cNvPr id="5" name="Footer Placeholder 4">
            <a:extLst>
              <a:ext uri="{FF2B5EF4-FFF2-40B4-BE49-F238E27FC236}">
                <a16:creationId xmlns:a16="http://schemas.microsoft.com/office/drawing/2014/main" id="{837EF7B4-25AC-1E2E-2F1F-7423C31253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52A6A8-4DDB-BD79-0EDB-71FDC6D0EA45}"/>
              </a:ext>
            </a:extLst>
          </p:cNvPr>
          <p:cNvSpPr>
            <a:spLocks noGrp="1"/>
          </p:cNvSpPr>
          <p:nvPr>
            <p:ph type="sldNum" sz="quarter" idx="12"/>
          </p:nvPr>
        </p:nvSpPr>
        <p:spPr/>
        <p:txBody>
          <a:bodyPr/>
          <a:lstStyle/>
          <a:p>
            <a:fld id="{C758E074-D2EB-472E-BC60-4B7CBBC8FBEC}" type="slidenum">
              <a:rPr lang="en-US" smtClean="0"/>
              <a:t>‹#›</a:t>
            </a:fld>
            <a:endParaRPr lang="en-US"/>
          </a:p>
        </p:txBody>
      </p:sp>
    </p:spTree>
    <p:extLst>
      <p:ext uri="{BB962C8B-B14F-4D97-AF65-F5344CB8AC3E}">
        <p14:creationId xmlns:p14="http://schemas.microsoft.com/office/powerpoint/2010/main" val="3237226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15A38-0A67-8116-0001-345AB8D431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BA98350-69F9-0BA8-8FA7-D555873519F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401B8C-ADE9-37FE-C98B-4AB10944388E}"/>
              </a:ext>
            </a:extLst>
          </p:cNvPr>
          <p:cNvSpPr>
            <a:spLocks noGrp="1"/>
          </p:cNvSpPr>
          <p:nvPr>
            <p:ph type="dt" sz="half" idx="10"/>
          </p:nvPr>
        </p:nvSpPr>
        <p:spPr/>
        <p:txBody>
          <a:bodyPr/>
          <a:lstStyle/>
          <a:p>
            <a:fld id="{536B6671-C934-4494-AD7A-EA89DCAD6BD5}" type="datetimeFigureOut">
              <a:rPr lang="en-US" smtClean="0"/>
              <a:t>5/25/2026</a:t>
            </a:fld>
            <a:endParaRPr lang="en-US"/>
          </a:p>
        </p:txBody>
      </p:sp>
      <p:sp>
        <p:nvSpPr>
          <p:cNvPr id="5" name="Footer Placeholder 4">
            <a:extLst>
              <a:ext uri="{FF2B5EF4-FFF2-40B4-BE49-F238E27FC236}">
                <a16:creationId xmlns:a16="http://schemas.microsoft.com/office/drawing/2014/main" id="{57079B47-B100-A855-604D-B0F4F7C9A9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A1BB5C-64D3-1F06-983E-771C28BC5FE7}"/>
              </a:ext>
            </a:extLst>
          </p:cNvPr>
          <p:cNvSpPr>
            <a:spLocks noGrp="1"/>
          </p:cNvSpPr>
          <p:nvPr>
            <p:ph type="sldNum" sz="quarter" idx="12"/>
          </p:nvPr>
        </p:nvSpPr>
        <p:spPr/>
        <p:txBody>
          <a:bodyPr/>
          <a:lstStyle/>
          <a:p>
            <a:fld id="{C758E074-D2EB-472E-BC60-4B7CBBC8FBEC}" type="slidenum">
              <a:rPr lang="en-US" smtClean="0"/>
              <a:t>‹#›</a:t>
            </a:fld>
            <a:endParaRPr lang="en-US"/>
          </a:p>
        </p:txBody>
      </p:sp>
    </p:spTree>
    <p:extLst>
      <p:ext uri="{BB962C8B-B14F-4D97-AF65-F5344CB8AC3E}">
        <p14:creationId xmlns:p14="http://schemas.microsoft.com/office/powerpoint/2010/main" val="3111410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71F72-BB90-BCCA-AB2C-D0D43268AB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799EA7-137C-6B5E-E93E-EBB4C71F27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039CBE-31F5-DC0C-F851-0B843D5FCA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8EE0D2-BB16-5F1A-9288-509265A3B933}"/>
              </a:ext>
            </a:extLst>
          </p:cNvPr>
          <p:cNvSpPr>
            <a:spLocks noGrp="1"/>
          </p:cNvSpPr>
          <p:nvPr>
            <p:ph type="dt" sz="half" idx="10"/>
          </p:nvPr>
        </p:nvSpPr>
        <p:spPr/>
        <p:txBody>
          <a:bodyPr/>
          <a:lstStyle/>
          <a:p>
            <a:fld id="{536B6671-C934-4494-AD7A-EA89DCAD6BD5}" type="datetimeFigureOut">
              <a:rPr lang="en-US" smtClean="0"/>
              <a:t>5/25/2026</a:t>
            </a:fld>
            <a:endParaRPr lang="en-US"/>
          </a:p>
        </p:txBody>
      </p:sp>
      <p:sp>
        <p:nvSpPr>
          <p:cNvPr id="6" name="Footer Placeholder 5">
            <a:extLst>
              <a:ext uri="{FF2B5EF4-FFF2-40B4-BE49-F238E27FC236}">
                <a16:creationId xmlns:a16="http://schemas.microsoft.com/office/drawing/2014/main" id="{452DD804-6B81-9B1D-2533-22837D2B5B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2CCF06-1F44-E298-6337-0BDB0177985A}"/>
              </a:ext>
            </a:extLst>
          </p:cNvPr>
          <p:cNvSpPr>
            <a:spLocks noGrp="1"/>
          </p:cNvSpPr>
          <p:nvPr>
            <p:ph type="sldNum" sz="quarter" idx="12"/>
          </p:nvPr>
        </p:nvSpPr>
        <p:spPr/>
        <p:txBody>
          <a:bodyPr/>
          <a:lstStyle/>
          <a:p>
            <a:fld id="{C758E074-D2EB-472E-BC60-4B7CBBC8FBEC}" type="slidenum">
              <a:rPr lang="en-US" smtClean="0"/>
              <a:t>‹#›</a:t>
            </a:fld>
            <a:endParaRPr lang="en-US"/>
          </a:p>
        </p:txBody>
      </p:sp>
    </p:spTree>
    <p:extLst>
      <p:ext uri="{BB962C8B-B14F-4D97-AF65-F5344CB8AC3E}">
        <p14:creationId xmlns:p14="http://schemas.microsoft.com/office/powerpoint/2010/main" val="2843582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2A66E-FBFD-1670-D957-B2E55A2A483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D72A277-3C85-1A48-9640-A35376D59E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23A257-3B0E-FBC5-077A-4680B9DA9A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597FD6E-AE21-FA60-991A-66ACDCF840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3CE203-CD33-03F8-F926-B058BFB4CC5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A8206F6-557D-86FE-7548-E83FBAA18D11}"/>
              </a:ext>
            </a:extLst>
          </p:cNvPr>
          <p:cNvSpPr>
            <a:spLocks noGrp="1"/>
          </p:cNvSpPr>
          <p:nvPr>
            <p:ph type="dt" sz="half" idx="10"/>
          </p:nvPr>
        </p:nvSpPr>
        <p:spPr/>
        <p:txBody>
          <a:bodyPr/>
          <a:lstStyle/>
          <a:p>
            <a:fld id="{536B6671-C934-4494-AD7A-EA89DCAD6BD5}" type="datetimeFigureOut">
              <a:rPr lang="en-US" smtClean="0"/>
              <a:t>5/25/2026</a:t>
            </a:fld>
            <a:endParaRPr lang="en-US"/>
          </a:p>
        </p:txBody>
      </p:sp>
      <p:sp>
        <p:nvSpPr>
          <p:cNvPr id="8" name="Footer Placeholder 7">
            <a:extLst>
              <a:ext uri="{FF2B5EF4-FFF2-40B4-BE49-F238E27FC236}">
                <a16:creationId xmlns:a16="http://schemas.microsoft.com/office/drawing/2014/main" id="{D51BB579-E642-43BE-0523-DB369F1C520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A22309-43A6-DFD8-41CB-2188D0AEEC24}"/>
              </a:ext>
            </a:extLst>
          </p:cNvPr>
          <p:cNvSpPr>
            <a:spLocks noGrp="1"/>
          </p:cNvSpPr>
          <p:nvPr>
            <p:ph type="sldNum" sz="quarter" idx="12"/>
          </p:nvPr>
        </p:nvSpPr>
        <p:spPr/>
        <p:txBody>
          <a:bodyPr/>
          <a:lstStyle/>
          <a:p>
            <a:fld id="{C758E074-D2EB-472E-BC60-4B7CBBC8FBEC}" type="slidenum">
              <a:rPr lang="en-US" smtClean="0"/>
              <a:t>‹#›</a:t>
            </a:fld>
            <a:endParaRPr lang="en-US"/>
          </a:p>
        </p:txBody>
      </p:sp>
    </p:spTree>
    <p:extLst>
      <p:ext uri="{BB962C8B-B14F-4D97-AF65-F5344CB8AC3E}">
        <p14:creationId xmlns:p14="http://schemas.microsoft.com/office/powerpoint/2010/main" val="2884877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8440B-73BE-5EF6-EA3A-7B0DA1468FB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7D4C3D0-1B4B-6E67-E053-4050431BB222}"/>
              </a:ext>
            </a:extLst>
          </p:cNvPr>
          <p:cNvSpPr>
            <a:spLocks noGrp="1"/>
          </p:cNvSpPr>
          <p:nvPr>
            <p:ph type="dt" sz="half" idx="10"/>
          </p:nvPr>
        </p:nvSpPr>
        <p:spPr/>
        <p:txBody>
          <a:bodyPr/>
          <a:lstStyle/>
          <a:p>
            <a:fld id="{536B6671-C934-4494-AD7A-EA89DCAD6BD5}" type="datetimeFigureOut">
              <a:rPr lang="en-US" smtClean="0"/>
              <a:t>5/25/2026</a:t>
            </a:fld>
            <a:endParaRPr lang="en-US"/>
          </a:p>
        </p:txBody>
      </p:sp>
      <p:sp>
        <p:nvSpPr>
          <p:cNvPr id="4" name="Footer Placeholder 3">
            <a:extLst>
              <a:ext uri="{FF2B5EF4-FFF2-40B4-BE49-F238E27FC236}">
                <a16:creationId xmlns:a16="http://schemas.microsoft.com/office/drawing/2014/main" id="{CACC76E3-E3D3-0BD9-D772-7B8DD71C10E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8A650D3-2653-2A7D-D6A9-DBC824E14709}"/>
              </a:ext>
            </a:extLst>
          </p:cNvPr>
          <p:cNvSpPr>
            <a:spLocks noGrp="1"/>
          </p:cNvSpPr>
          <p:nvPr>
            <p:ph type="sldNum" sz="quarter" idx="12"/>
          </p:nvPr>
        </p:nvSpPr>
        <p:spPr/>
        <p:txBody>
          <a:bodyPr/>
          <a:lstStyle/>
          <a:p>
            <a:fld id="{C758E074-D2EB-472E-BC60-4B7CBBC8FBEC}" type="slidenum">
              <a:rPr lang="en-US" smtClean="0"/>
              <a:t>‹#›</a:t>
            </a:fld>
            <a:endParaRPr lang="en-US"/>
          </a:p>
        </p:txBody>
      </p:sp>
    </p:spTree>
    <p:extLst>
      <p:ext uri="{BB962C8B-B14F-4D97-AF65-F5344CB8AC3E}">
        <p14:creationId xmlns:p14="http://schemas.microsoft.com/office/powerpoint/2010/main" val="3303888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ACD921-F781-F00B-F4C0-570BDB4793FA}"/>
              </a:ext>
            </a:extLst>
          </p:cNvPr>
          <p:cNvSpPr>
            <a:spLocks noGrp="1"/>
          </p:cNvSpPr>
          <p:nvPr>
            <p:ph type="dt" sz="half" idx="10"/>
          </p:nvPr>
        </p:nvSpPr>
        <p:spPr/>
        <p:txBody>
          <a:bodyPr/>
          <a:lstStyle/>
          <a:p>
            <a:fld id="{536B6671-C934-4494-AD7A-EA89DCAD6BD5}" type="datetimeFigureOut">
              <a:rPr lang="en-US" smtClean="0"/>
              <a:t>5/25/2026</a:t>
            </a:fld>
            <a:endParaRPr lang="en-US"/>
          </a:p>
        </p:txBody>
      </p:sp>
      <p:sp>
        <p:nvSpPr>
          <p:cNvPr id="3" name="Footer Placeholder 2">
            <a:extLst>
              <a:ext uri="{FF2B5EF4-FFF2-40B4-BE49-F238E27FC236}">
                <a16:creationId xmlns:a16="http://schemas.microsoft.com/office/drawing/2014/main" id="{9B2B2401-B3E5-AF61-AC39-C7827CC2DB3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6FC19FF-C222-39F9-5248-6117E1C05858}"/>
              </a:ext>
            </a:extLst>
          </p:cNvPr>
          <p:cNvSpPr>
            <a:spLocks noGrp="1"/>
          </p:cNvSpPr>
          <p:nvPr>
            <p:ph type="sldNum" sz="quarter" idx="12"/>
          </p:nvPr>
        </p:nvSpPr>
        <p:spPr/>
        <p:txBody>
          <a:bodyPr/>
          <a:lstStyle/>
          <a:p>
            <a:fld id="{C758E074-D2EB-472E-BC60-4B7CBBC8FBEC}" type="slidenum">
              <a:rPr lang="en-US" smtClean="0"/>
              <a:t>‹#›</a:t>
            </a:fld>
            <a:endParaRPr lang="en-US"/>
          </a:p>
        </p:txBody>
      </p:sp>
    </p:spTree>
    <p:extLst>
      <p:ext uri="{BB962C8B-B14F-4D97-AF65-F5344CB8AC3E}">
        <p14:creationId xmlns:p14="http://schemas.microsoft.com/office/powerpoint/2010/main" val="41356869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0B652-B8FD-4099-04F8-19940DA2E5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542DEE0-1F85-B21C-FF6B-0ACF3E41B1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C62442D-8DE0-CA0B-3294-774D08DDBF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801B2D-F824-541A-349F-1109851DAD74}"/>
              </a:ext>
            </a:extLst>
          </p:cNvPr>
          <p:cNvSpPr>
            <a:spLocks noGrp="1"/>
          </p:cNvSpPr>
          <p:nvPr>
            <p:ph type="dt" sz="half" idx="10"/>
          </p:nvPr>
        </p:nvSpPr>
        <p:spPr/>
        <p:txBody>
          <a:bodyPr/>
          <a:lstStyle/>
          <a:p>
            <a:fld id="{536B6671-C934-4494-AD7A-EA89DCAD6BD5}" type="datetimeFigureOut">
              <a:rPr lang="en-US" smtClean="0"/>
              <a:t>5/25/2026</a:t>
            </a:fld>
            <a:endParaRPr lang="en-US"/>
          </a:p>
        </p:txBody>
      </p:sp>
      <p:sp>
        <p:nvSpPr>
          <p:cNvPr id="6" name="Footer Placeholder 5">
            <a:extLst>
              <a:ext uri="{FF2B5EF4-FFF2-40B4-BE49-F238E27FC236}">
                <a16:creationId xmlns:a16="http://schemas.microsoft.com/office/drawing/2014/main" id="{8F489467-EC53-F230-53B5-90090B0DD5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3EE6DF-08A5-E6C1-34D8-D73041B22D7C}"/>
              </a:ext>
            </a:extLst>
          </p:cNvPr>
          <p:cNvSpPr>
            <a:spLocks noGrp="1"/>
          </p:cNvSpPr>
          <p:nvPr>
            <p:ph type="sldNum" sz="quarter" idx="12"/>
          </p:nvPr>
        </p:nvSpPr>
        <p:spPr/>
        <p:txBody>
          <a:bodyPr/>
          <a:lstStyle/>
          <a:p>
            <a:fld id="{C758E074-D2EB-472E-BC60-4B7CBBC8FBEC}" type="slidenum">
              <a:rPr lang="en-US" smtClean="0"/>
              <a:t>‹#›</a:t>
            </a:fld>
            <a:endParaRPr lang="en-US"/>
          </a:p>
        </p:txBody>
      </p:sp>
    </p:spTree>
    <p:extLst>
      <p:ext uri="{BB962C8B-B14F-4D97-AF65-F5344CB8AC3E}">
        <p14:creationId xmlns:p14="http://schemas.microsoft.com/office/powerpoint/2010/main" val="2336922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FEAA6-0092-0737-56E8-5722E75729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784D302-1039-D98A-B706-C1D5CF5B98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F8A8E3-A5DB-7E98-81C6-B907434774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D7281E-A8FB-4793-B399-6392C6A0F80A}"/>
              </a:ext>
            </a:extLst>
          </p:cNvPr>
          <p:cNvSpPr>
            <a:spLocks noGrp="1"/>
          </p:cNvSpPr>
          <p:nvPr>
            <p:ph type="dt" sz="half" idx="10"/>
          </p:nvPr>
        </p:nvSpPr>
        <p:spPr/>
        <p:txBody>
          <a:bodyPr/>
          <a:lstStyle/>
          <a:p>
            <a:fld id="{536B6671-C934-4494-AD7A-EA89DCAD6BD5}" type="datetimeFigureOut">
              <a:rPr lang="en-US" smtClean="0"/>
              <a:t>5/25/2026</a:t>
            </a:fld>
            <a:endParaRPr lang="en-US"/>
          </a:p>
        </p:txBody>
      </p:sp>
      <p:sp>
        <p:nvSpPr>
          <p:cNvPr id="6" name="Footer Placeholder 5">
            <a:extLst>
              <a:ext uri="{FF2B5EF4-FFF2-40B4-BE49-F238E27FC236}">
                <a16:creationId xmlns:a16="http://schemas.microsoft.com/office/drawing/2014/main" id="{2068ABE2-1993-A127-E8FB-B7AF4AE49B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F1C32C-ACF9-CB89-243E-79A75BA7108A}"/>
              </a:ext>
            </a:extLst>
          </p:cNvPr>
          <p:cNvSpPr>
            <a:spLocks noGrp="1"/>
          </p:cNvSpPr>
          <p:nvPr>
            <p:ph type="sldNum" sz="quarter" idx="12"/>
          </p:nvPr>
        </p:nvSpPr>
        <p:spPr/>
        <p:txBody>
          <a:bodyPr/>
          <a:lstStyle/>
          <a:p>
            <a:fld id="{C758E074-D2EB-472E-BC60-4B7CBBC8FBEC}" type="slidenum">
              <a:rPr lang="en-US" smtClean="0"/>
              <a:t>‹#›</a:t>
            </a:fld>
            <a:endParaRPr lang="en-US"/>
          </a:p>
        </p:txBody>
      </p:sp>
    </p:spTree>
    <p:extLst>
      <p:ext uri="{BB962C8B-B14F-4D97-AF65-F5344CB8AC3E}">
        <p14:creationId xmlns:p14="http://schemas.microsoft.com/office/powerpoint/2010/main" val="1416503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A2197-AF34-6626-DB2A-4D512C5840D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3FE749-C681-CA6A-0CAD-3309A6C988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FF6AEC-8BC9-F991-136E-FCA82E10EB68}"/>
              </a:ext>
            </a:extLst>
          </p:cNvPr>
          <p:cNvSpPr>
            <a:spLocks noGrp="1"/>
          </p:cNvSpPr>
          <p:nvPr>
            <p:ph type="dt" sz="half" idx="10"/>
          </p:nvPr>
        </p:nvSpPr>
        <p:spPr/>
        <p:txBody>
          <a:bodyPr/>
          <a:lstStyle/>
          <a:p>
            <a:fld id="{536B6671-C934-4494-AD7A-EA89DCAD6BD5}" type="datetimeFigureOut">
              <a:rPr lang="en-US" smtClean="0"/>
              <a:t>5/25/2026</a:t>
            </a:fld>
            <a:endParaRPr lang="en-US"/>
          </a:p>
        </p:txBody>
      </p:sp>
      <p:sp>
        <p:nvSpPr>
          <p:cNvPr id="5" name="Footer Placeholder 4">
            <a:extLst>
              <a:ext uri="{FF2B5EF4-FFF2-40B4-BE49-F238E27FC236}">
                <a16:creationId xmlns:a16="http://schemas.microsoft.com/office/drawing/2014/main" id="{39BBADEA-2A86-431C-B8D9-5BD24A50E6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8EB51A-E914-14DE-0786-EB37FE8E2349}"/>
              </a:ext>
            </a:extLst>
          </p:cNvPr>
          <p:cNvSpPr>
            <a:spLocks noGrp="1"/>
          </p:cNvSpPr>
          <p:nvPr>
            <p:ph type="sldNum" sz="quarter" idx="12"/>
          </p:nvPr>
        </p:nvSpPr>
        <p:spPr/>
        <p:txBody>
          <a:bodyPr/>
          <a:lstStyle/>
          <a:p>
            <a:fld id="{C758E074-D2EB-472E-BC60-4B7CBBC8FBEC}" type="slidenum">
              <a:rPr lang="en-US" smtClean="0"/>
              <a:t>‹#›</a:t>
            </a:fld>
            <a:endParaRPr lang="en-US"/>
          </a:p>
        </p:txBody>
      </p:sp>
    </p:spTree>
    <p:extLst>
      <p:ext uri="{BB962C8B-B14F-4D97-AF65-F5344CB8AC3E}">
        <p14:creationId xmlns:p14="http://schemas.microsoft.com/office/powerpoint/2010/main" val="32126218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6FBAB1-EBF0-747F-E62B-43876306409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B8B3CBC-F37F-66EE-E175-85CBDB77AA7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0D6B6F-6685-5F69-E02B-68611CD921B3}"/>
              </a:ext>
            </a:extLst>
          </p:cNvPr>
          <p:cNvSpPr>
            <a:spLocks noGrp="1"/>
          </p:cNvSpPr>
          <p:nvPr>
            <p:ph type="dt" sz="half" idx="10"/>
          </p:nvPr>
        </p:nvSpPr>
        <p:spPr/>
        <p:txBody>
          <a:bodyPr/>
          <a:lstStyle/>
          <a:p>
            <a:fld id="{536B6671-C934-4494-AD7A-EA89DCAD6BD5}" type="datetimeFigureOut">
              <a:rPr lang="en-US" smtClean="0"/>
              <a:t>5/25/2026</a:t>
            </a:fld>
            <a:endParaRPr lang="en-US"/>
          </a:p>
        </p:txBody>
      </p:sp>
      <p:sp>
        <p:nvSpPr>
          <p:cNvPr id="5" name="Footer Placeholder 4">
            <a:extLst>
              <a:ext uri="{FF2B5EF4-FFF2-40B4-BE49-F238E27FC236}">
                <a16:creationId xmlns:a16="http://schemas.microsoft.com/office/drawing/2014/main" id="{41B92822-FE86-223F-90F3-895435B254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BA51C0-FB7E-B21F-ED62-230F27AA0BEA}"/>
              </a:ext>
            </a:extLst>
          </p:cNvPr>
          <p:cNvSpPr>
            <a:spLocks noGrp="1"/>
          </p:cNvSpPr>
          <p:nvPr>
            <p:ph type="sldNum" sz="quarter" idx="12"/>
          </p:nvPr>
        </p:nvSpPr>
        <p:spPr/>
        <p:txBody>
          <a:bodyPr/>
          <a:lstStyle/>
          <a:p>
            <a:fld id="{C758E074-D2EB-472E-BC60-4B7CBBC8FBEC}" type="slidenum">
              <a:rPr lang="en-US" smtClean="0"/>
              <a:t>‹#›</a:t>
            </a:fld>
            <a:endParaRPr lang="en-US"/>
          </a:p>
        </p:txBody>
      </p:sp>
    </p:spTree>
    <p:extLst>
      <p:ext uri="{BB962C8B-B14F-4D97-AF65-F5344CB8AC3E}">
        <p14:creationId xmlns:p14="http://schemas.microsoft.com/office/powerpoint/2010/main" val="148678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5FC07D-C625-C641-7913-6B933D1C06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EC8405E-81EC-29AF-599B-89249C3989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CCEBAA-65F2-88D6-4C32-3AB31A9644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36B6671-C934-4494-AD7A-EA89DCAD6BD5}" type="datetimeFigureOut">
              <a:rPr lang="en-US" smtClean="0"/>
              <a:t>5/25/2026</a:t>
            </a:fld>
            <a:endParaRPr lang="en-US"/>
          </a:p>
        </p:txBody>
      </p:sp>
      <p:sp>
        <p:nvSpPr>
          <p:cNvPr id="5" name="Footer Placeholder 4">
            <a:extLst>
              <a:ext uri="{FF2B5EF4-FFF2-40B4-BE49-F238E27FC236}">
                <a16:creationId xmlns:a16="http://schemas.microsoft.com/office/drawing/2014/main" id="{659B988F-258E-DECA-A08F-D4B0773F6B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75B834E-6558-9279-8FFE-5225419BC3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758E074-D2EB-472E-BC60-4B7CBBC8FBEC}" type="slidenum">
              <a:rPr lang="en-US" smtClean="0"/>
              <a:t>‹#›</a:t>
            </a:fld>
            <a:endParaRPr lang="en-US"/>
          </a:p>
        </p:txBody>
      </p:sp>
    </p:spTree>
    <p:extLst>
      <p:ext uri="{BB962C8B-B14F-4D97-AF65-F5344CB8AC3E}">
        <p14:creationId xmlns:p14="http://schemas.microsoft.com/office/powerpoint/2010/main" val="22887287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71C744B8-E9BD-45BF-8CA8-37442832C92C}"/>
              </a:ext>
            </a:extLst>
          </p:cNvPr>
          <p:cNvSpPr/>
          <p:nvPr/>
        </p:nvSpPr>
        <p:spPr>
          <a:xfrm>
            <a:off x="0" y="1"/>
            <a:ext cx="12107119" cy="6857999"/>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tx1"/>
                </a:solidFill>
              </a:rPr>
              <a:t>Data Cleaning Report For DecodeLabs Internship </a:t>
            </a:r>
          </a:p>
          <a:p>
            <a:pPr algn="ctr"/>
            <a:r>
              <a:rPr lang="en-US" sz="4400" b="1" dirty="0">
                <a:solidFill>
                  <a:schemeClr val="tx1"/>
                </a:solidFill>
              </a:rPr>
              <a:t>By</a:t>
            </a:r>
          </a:p>
          <a:p>
            <a:pPr algn="ctr"/>
            <a:r>
              <a:rPr lang="en-US" sz="4400" b="1" dirty="0">
                <a:solidFill>
                  <a:schemeClr val="tx1"/>
                </a:solidFill>
              </a:rPr>
              <a:t>Miriam Ugboro</a:t>
            </a:r>
          </a:p>
        </p:txBody>
      </p:sp>
    </p:spTree>
    <p:extLst>
      <p:ext uri="{BB962C8B-B14F-4D97-AF65-F5344CB8AC3E}">
        <p14:creationId xmlns:p14="http://schemas.microsoft.com/office/powerpoint/2010/main" val="4572427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78C6E017-D0F1-87C2-449A-E38A77418CF5}"/>
              </a:ext>
            </a:extLst>
          </p:cNvPr>
          <p:cNvSpPr/>
          <p:nvPr/>
        </p:nvSpPr>
        <p:spPr>
          <a:xfrm>
            <a:off x="0" y="0"/>
            <a:ext cx="12192000" cy="6858000"/>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800" b="1" dirty="0">
              <a:solidFill>
                <a:schemeClr val="tx1"/>
              </a:solidFill>
            </a:endParaRPr>
          </a:p>
          <a:p>
            <a:endParaRPr lang="en-US" sz="2800" b="1" dirty="0">
              <a:solidFill>
                <a:schemeClr val="tx1"/>
              </a:solidFill>
            </a:endParaRPr>
          </a:p>
          <a:p>
            <a:endParaRPr lang="en-US" sz="2800" b="1" dirty="0">
              <a:solidFill>
                <a:schemeClr val="tx1"/>
              </a:solidFill>
            </a:endParaRPr>
          </a:p>
          <a:p>
            <a:endParaRPr lang="en-US" sz="2800" b="1" dirty="0">
              <a:solidFill>
                <a:schemeClr val="tx1"/>
              </a:solidFill>
            </a:endParaRPr>
          </a:p>
          <a:p>
            <a:endParaRPr lang="en-US" sz="2800" b="1" dirty="0">
              <a:solidFill>
                <a:schemeClr val="tx1"/>
              </a:solidFill>
            </a:endParaRPr>
          </a:p>
          <a:p>
            <a:endParaRPr lang="en-US" sz="2800" b="1" dirty="0">
              <a:solidFill>
                <a:schemeClr val="tx1"/>
              </a:solidFill>
            </a:endParaRPr>
          </a:p>
          <a:p>
            <a:r>
              <a:rPr lang="en-US" sz="2800" b="1" dirty="0">
                <a:solidFill>
                  <a:schemeClr val="tx1"/>
                </a:solidFill>
              </a:rPr>
              <a:t>Table of Contents.</a:t>
            </a:r>
          </a:p>
          <a:p>
            <a:pPr marL="571500" indent="-571500">
              <a:buFont typeface="Arial" panose="020B0604020202020204" pitchFamily="34" charset="0"/>
              <a:buChar char="•"/>
            </a:pPr>
            <a:r>
              <a:rPr lang="en-US" sz="2800" dirty="0">
                <a:solidFill>
                  <a:schemeClr val="tx1"/>
                </a:solidFill>
              </a:rPr>
              <a:t>Introduction</a:t>
            </a:r>
          </a:p>
          <a:p>
            <a:pPr marL="571500" indent="-571500">
              <a:buFont typeface="Arial" panose="020B0604020202020204" pitchFamily="34" charset="0"/>
              <a:buChar char="•"/>
            </a:pPr>
            <a:r>
              <a:rPr lang="en-US" sz="2800" dirty="0">
                <a:solidFill>
                  <a:schemeClr val="tx1"/>
                </a:solidFill>
              </a:rPr>
              <a:t>Objectives of the Project</a:t>
            </a:r>
          </a:p>
          <a:p>
            <a:pPr marL="571500" indent="-571500">
              <a:buFont typeface="Arial" panose="020B0604020202020204" pitchFamily="34" charset="0"/>
              <a:buChar char="•"/>
            </a:pPr>
            <a:r>
              <a:rPr lang="en-US" sz="2800" dirty="0">
                <a:solidFill>
                  <a:schemeClr val="tx1"/>
                </a:solidFill>
              </a:rPr>
              <a:t>Overview of the Dataset</a:t>
            </a:r>
          </a:p>
          <a:p>
            <a:pPr marL="571500" indent="-571500">
              <a:buFont typeface="Arial" panose="020B0604020202020204" pitchFamily="34" charset="0"/>
              <a:buChar char="•"/>
            </a:pPr>
            <a:r>
              <a:rPr lang="en-US" sz="2800" dirty="0">
                <a:solidFill>
                  <a:schemeClr val="tx1"/>
                </a:solidFill>
              </a:rPr>
              <a:t>Tools and Technologies Used</a:t>
            </a:r>
          </a:p>
          <a:p>
            <a:pPr marL="571500" indent="-571500">
              <a:buFont typeface="Arial" panose="020B0604020202020204" pitchFamily="34" charset="0"/>
              <a:buChar char="•"/>
            </a:pPr>
            <a:r>
              <a:rPr lang="en-US" sz="2800" dirty="0">
                <a:solidFill>
                  <a:schemeClr val="tx1"/>
                </a:solidFill>
              </a:rPr>
              <a:t>Data Cleaning Process</a:t>
            </a:r>
          </a:p>
          <a:p>
            <a:pPr marL="571500" indent="-571500">
              <a:buFont typeface="Arial" panose="020B0604020202020204" pitchFamily="34" charset="0"/>
              <a:buChar char="•"/>
            </a:pPr>
            <a:r>
              <a:rPr lang="en-US" sz="2800" dirty="0">
                <a:solidFill>
                  <a:schemeClr val="tx1"/>
                </a:solidFill>
              </a:rPr>
              <a:t>Challenges Encountered</a:t>
            </a:r>
          </a:p>
          <a:p>
            <a:pPr marL="571500" indent="-571500">
              <a:buFont typeface="Arial" panose="020B0604020202020204" pitchFamily="34" charset="0"/>
              <a:buChar char="•"/>
            </a:pPr>
            <a:r>
              <a:rPr lang="en-US" sz="2800" dirty="0">
                <a:solidFill>
                  <a:schemeClr val="tx1"/>
                </a:solidFill>
              </a:rPr>
              <a:t>Results and outcomes</a:t>
            </a:r>
          </a:p>
          <a:p>
            <a:endParaRPr lang="en-US" sz="2800" b="1" dirty="0">
              <a:solidFill>
                <a:schemeClr val="tx1"/>
              </a:solidFill>
            </a:endParaRPr>
          </a:p>
          <a:p>
            <a:endParaRPr lang="en-US" sz="2800" b="1" dirty="0">
              <a:solidFill>
                <a:schemeClr val="tx1"/>
              </a:solidFill>
            </a:endParaRPr>
          </a:p>
          <a:p>
            <a:endParaRPr lang="en-US" sz="2800" b="1" dirty="0">
              <a:solidFill>
                <a:schemeClr val="tx1"/>
              </a:solidFill>
            </a:endParaRPr>
          </a:p>
          <a:p>
            <a:endParaRPr lang="en-US" sz="2800" b="1" dirty="0">
              <a:solidFill>
                <a:schemeClr val="tx1"/>
              </a:solidFill>
            </a:endParaRPr>
          </a:p>
          <a:p>
            <a:endParaRPr lang="en-US" sz="2800" b="1" dirty="0">
              <a:solidFill>
                <a:schemeClr val="tx1"/>
              </a:solidFill>
            </a:endParaRPr>
          </a:p>
          <a:p>
            <a:pPr algn="ctr"/>
            <a:endParaRPr lang="en-US" dirty="0"/>
          </a:p>
        </p:txBody>
      </p:sp>
    </p:spTree>
    <p:extLst>
      <p:ext uri="{BB962C8B-B14F-4D97-AF65-F5344CB8AC3E}">
        <p14:creationId xmlns:p14="http://schemas.microsoft.com/office/powerpoint/2010/main" val="3079136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6918243D-B80E-F872-A08C-7DC718976579}"/>
              </a:ext>
            </a:extLst>
          </p:cNvPr>
          <p:cNvSpPr/>
          <p:nvPr/>
        </p:nvSpPr>
        <p:spPr>
          <a:xfrm>
            <a:off x="0" y="-83917"/>
            <a:ext cx="12192000" cy="702583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a:p>
            <a:pPr algn="ctr"/>
            <a:endParaRPr lang="en-US" sz="2800" dirty="0">
              <a:solidFill>
                <a:schemeClr val="tx1"/>
              </a:solidFill>
            </a:endParaRPr>
          </a:p>
          <a:p>
            <a:pPr algn="ctr"/>
            <a:endParaRPr lang="en-US" sz="2800" dirty="0">
              <a:solidFill>
                <a:schemeClr val="tx1"/>
              </a:solidFill>
            </a:endParaRPr>
          </a:p>
          <a:p>
            <a:pPr algn="ctr"/>
            <a:endParaRPr lang="en-US" sz="2800" dirty="0">
              <a:solidFill>
                <a:schemeClr val="tx1"/>
              </a:solidFill>
            </a:endParaRPr>
          </a:p>
          <a:p>
            <a:pPr algn="ctr"/>
            <a:endParaRPr lang="en-US" sz="2800" dirty="0">
              <a:solidFill>
                <a:schemeClr val="tx1"/>
              </a:solidFill>
            </a:endParaRPr>
          </a:p>
          <a:p>
            <a:pPr algn="ctr"/>
            <a:r>
              <a:rPr lang="en-US" sz="2800" b="1" dirty="0">
                <a:solidFill>
                  <a:schemeClr val="tx1"/>
                </a:solidFill>
              </a:rPr>
              <a:t>Objectives.</a:t>
            </a:r>
            <a:endParaRPr lang="en-US" sz="2800" dirty="0">
              <a:solidFill>
                <a:schemeClr val="tx1"/>
              </a:solidFill>
            </a:endParaRPr>
          </a:p>
          <a:p>
            <a:pPr algn="ctr"/>
            <a:r>
              <a:rPr lang="en-US" sz="2800" dirty="0">
                <a:solidFill>
                  <a:schemeClr val="tx1"/>
                </a:solidFill>
              </a:rPr>
              <a:t>Data plays a vital role in helping organizations make informed decisions. However, raw datasets often contain inconsistencies, missing values, duplicate entries and formatting errors that reduce the reliability of analysis. As part of my internship program at Decodelabs, I worked on a data cleaning and dashboard development project using an e-commerce transaction dataset.</a:t>
            </a:r>
          </a:p>
          <a:p>
            <a:pPr algn="ctr"/>
            <a:endParaRPr lang="en-US" sz="2800" b="1" dirty="0">
              <a:solidFill>
                <a:schemeClr val="tx1"/>
              </a:solidFill>
            </a:endParaRPr>
          </a:p>
          <a:p>
            <a:pPr algn="ctr"/>
            <a:endParaRPr lang="en-US" sz="2800" b="1" dirty="0">
              <a:solidFill>
                <a:schemeClr val="tx1"/>
              </a:solidFill>
            </a:endParaRPr>
          </a:p>
          <a:p>
            <a:pPr algn="ctr"/>
            <a:endParaRPr lang="en-US" sz="2800" b="1" dirty="0">
              <a:solidFill>
                <a:schemeClr val="tx1"/>
              </a:solidFill>
            </a:endParaRPr>
          </a:p>
          <a:p>
            <a:pPr algn="ctr"/>
            <a:endParaRPr lang="en-US" sz="2800" b="1" dirty="0">
              <a:solidFill>
                <a:schemeClr val="tx1"/>
              </a:solidFill>
            </a:endParaRPr>
          </a:p>
          <a:p>
            <a:pPr algn="ctr"/>
            <a:endParaRPr lang="en-US" sz="2800" b="1" dirty="0">
              <a:solidFill>
                <a:schemeClr val="tx1"/>
              </a:solidFill>
            </a:endParaRPr>
          </a:p>
          <a:p>
            <a:pPr algn="ctr"/>
            <a:endParaRPr lang="en-US" sz="2800" b="1" dirty="0">
              <a:solidFill>
                <a:schemeClr val="tx1"/>
              </a:solidFill>
            </a:endParaRPr>
          </a:p>
          <a:p>
            <a:pPr algn="ctr"/>
            <a:endParaRPr lang="en-US" sz="2800" b="1" dirty="0">
              <a:solidFill>
                <a:schemeClr val="tx1"/>
              </a:solidFill>
            </a:endParaRPr>
          </a:p>
          <a:p>
            <a:pPr algn="ctr"/>
            <a:endParaRPr lang="en-US" sz="2800" b="1" dirty="0">
              <a:solidFill>
                <a:schemeClr val="tx1"/>
              </a:solidFill>
            </a:endParaRPr>
          </a:p>
        </p:txBody>
      </p:sp>
    </p:spTree>
    <p:extLst>
      <p:ext uri="{BB962C8B-B14F-4D97-AF65-F5344CB8AC3E}">
        <p14:creationId xmlns:p14="http://schemas.microsoft.com/office/powerpoint/2010/main" val="2423838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90310BF-A9AB-0B70-91B5-79415A9A5A8F}"/>
              </a:ext>
            </a:extLst>
          </p:cNvPr>
          <p:cNvSpPr/>
          <p:nvPr/>
        </p:nvSpPr>
        <p:spPr>
          <a:xfrm>
            <a:off x="0" y="0"/>
            <a:ext cx="12192000" cy="6858000"/>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rPr>
              <a:t>Objectives Of The Project.</a:t>
            </a:r>
          </a:p>
          <a:p>
            <a:pPr marL="285750" indent="-285750">
              <a:buFont typeface="Arial" panose="020B0604020202020204" pitchFamily="34" charset="0"/>
              <a:buChar char="•"/>
            </a:pPr>
            <a:r>
              <a:rPr lang="en-US" sz="2800" dirty="0">
                <a:solidFill>
                  <a:schemeClr val="tx1"/>
                </a:solidFill>
              </a:rPr>
              <a:t>To identify and correct data quality issues within the dataset.</a:t>
            </a:r>
          </a:p>
          <a:p>
            <a:pPr marL="285750" indent="-285750">
              <a:buFont typeface="Arial" panose="020B0604020202020204" pitchFamily="34" charset="0"/>
              <a:buChar char="•"/>
            </a:pPr>
            <a:r>
              <a:rPr lang="en-US" sz="2800" dirty="0">
                <a:solidFill>
                  <a:schemeClr val="tx1"/>
                </a:solidFill>
              </a:rPr>
              <a:t>To remove duplicate and irrelevant records.</a:t>
            </a:r>
          </a:p>
          <a:p>
            <a:pPr marL="285750" indent="-285750">
              <a:buFont typeface="Arial" panose="020B0604020202020204" pitchFamily="34" charset="0"/>
              <a:buChar char="•"/>
            </a:pPr>
            <a:r>
              <a:rPr lang="en-US" sz="2800" dirty="0">
                <a:solidFill>
                  <a:schemeClr val="tx1"/>
                </a:solidFill>
              </a:rPr>
              <a:t>To handle missing or null values appropriately.</a:t>
            </a:r>
          </a:p>
          <a:p>
            <a:pPr marL="285750" indent="-285750">
              <a:buFont typeface="Arial" panose="020B0604020202020204" pitchFamily="34" charset="0"/>
              <a:buChar char="•"/>
            </a:pPr>
            <a:r>
              <a:rPr lang="en-US" sz="2800" dirty="0">
                <a:solidFill>
                  <a:schemeClr val="tx1"/>
                </a:solidFill>
              </a:rPr>
              <a:t>To standardize inconsistent data formats.</a:t>
            </a:r>
          </a:p>
          <a:p>
            <a:pPr marL="285750" indent="-285750">
              <a:buFont typeface="Arial" panose="020B0604020202020204" pitchFamily="34" charset="0"/>
              <a:buChar char="•"/>
            </a:pPr>
            <a:r>
              <a:rPr lang="en-US" sz="2800" dirty="0">
                <a:solidFill>
                  <a:schemeClr val="tx1"/>
                </a:solidFill>
              </a:rPr>
              <a:t>To prepare the dataset for analysis</a:t>
            </a:r>
          </a:p>
        </p:txBody>
      </p:sp>
    </p:spTree>
    <p:extLst>
      <p:ext uri="{BB962C8B-B14F-4D97-AF65-F5344CB8AC3E}">
        <p14:creationId xmlns:p14="http://schemas.microsoft.com/office/powerpoint/2010/main" val="27509626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DD7ECB48-0E2D-9BD9-3DF1-4402FF657C7B}"/>
              </a:ext>
            </a:extLst>
          </p:cNvPr>
          <p:cNvSpPr/>
          <p:nvPr/>
        </p:nvSpPr>
        <p:spPr>
          <a:xfrm>
            <a:off x="1" y="0"/>
            <a:ext cx="12192000" cy="6858000"/>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rPr>
              <a:t>Overview Of The Dataset.</a:t>
            </a:r>
          </a:p>
          <a:p>
            <a:r>
              <a:rPr lang="en-US" sz="2800" dirty="0">
                <a:solidFill>
                  <a:schemeClr val="tx1"/>
                </a:solidFill>
              </a:rPr>
              <a:t>The dataset used for this project consisted of e-commerce transaction records.</a:t>
            </a:r>
          </a:p>
          <a:p>
            <a:r>
              <a:rPr lang="en-US" sz="2800" b="1" dirty="0">
                <a:solidFill>
                  <a:schemeClr val="tx1"/>
                </a:solidFill>
              </a:rPr>
              <a:t>Dataset Structure.</a:t>
            </a:r>
          </a:p>
          <a:p>
            <a:r>
              <a:rPr lang="en-US" sz="2800" dirty="0">
                <a:solidFill>
                  <a:schemeClr val="tx1"/>
                </a:solidFill>
              </a:rPr>
              <a:t>Total Rows: 1,200</a:t>
            </a:r>
          </a:p>
          <a:p>
            <a:r>
              <a:rPr lang="en-US" sz="2800" dirty="0">
                <a:solidFill>
                  <a:schemeClr val="tx1"/>
                </a:solidFill>
              </a:rPr>
              <a:t>Total Columns: 14</a:t>
            </a:r>
          </a:p>
          <a:p>
            <a:r>
              <a:rPr lang="en-US" sz="2800" dirty="0">
                <a:solidFill>
                  <a:schemeClr val="tx1"/>
                </a:solidFill>
              </a:rPr>
              <a:t>Dataset Type: Structured Tabular Data</a:t>
            </a:r>
          </a:p>
          <a:p>
            <a:pPr algn="ctr"/>
            <a:endParaRPr lang="en-US" dirty="0"/>
          </a:p>
        </p:txBody>
      </p:sp>
    </p:spTree>
    <p:extLst>
      <p:ext uri="{BB962C8B-B14F-4D97-AF65-F5344CB8AC3E}">
        <p14:creationId xmlns:p14="http://schemas.microsoft.com/office/powerpoint/2010/main" val="122127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4E9AF60-15AB-5232-6FB9-BEEF05F26A79}"/>
              </a:ext>
            </a:extLst>
          </p:cNvPr>
          <p:cNvSpPr/>
          <p:nvPr/>
        </p:nvSpPr>
        <p:spPr>
          <a:xfrm>
            <a:off x="0" y="0"/>
            <a:ext cx="12192000" cy="6857999"/>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endParaRPr lang="en-US" sz="2800" dirty="0">
              <a:solidFill>
                <a:schemeClr val="tx1"/>
              </a:solidFill>
            </a:endParaRPr>
          </a:p>
          <a:p>
            <a:pPr lvl="1"/>
            <a:endParaRPr lang="en-US" sz="2800" dirty="0">
              <a:solidFill>
                <a:schemeClr val="tx1"/>
              </a:solidFill>
            </a:endParaRPr>
          </a:p>
          <a:p>
            <a:pPr lvl="2"/>
            <a:r>
              <a:rPr lang="en-US" sz="2800" b="1" dirty="0">
                <a:solidFill>
                  <a:schemeClr val="tx1"/>
                </a:solidFill>
              </a:rPr>
              <a:t>Tools Used.</a:t>
            </a:r>
          </a:p>
          <a:p>
            <a:pPr lvl="1"/>
            <a:endParaRPr lang="en-US" sz="2800" dirty="0">
              <a:solidFill>
                <a:schemeClr val="tx1"/>
              </a:solidFill>
            </a:endParaRPr>
          </a:p>
          <a:p>
            <a:pPr marL="914400" lvl="1" indent="-457200">
              <a:buFont typeface="Arial" panose="020B0604020202020204" pitchFamily="34" charset="0"/>
              <a:buChar char="•"/>
            </a:pPr>
            <a:r>
              <a:rPr lang="en-US" sz="2800" dirty="0">
                <a:solidFill>
                  <a:schemeClr val="tx1"/>
                </a:solidFill>
              </a:rPr>
              <a:t>Microsoft Excel                                     Dataset review</a:t>
            </a:r>
          </a:p>
          <a:p>
            <a:pPr marL="914400" lvl="1" indent="-457200">
              <a:buFont typeface="Arial" panose="020B0604020202020204" pitchFamily="34" charset="0"/>
              <a:buChar char="•"/>
            </a:pPr>
            <a:endParaRPr lang="en-US" sz="2800" dirty="0">
              <a:solidFill>
                <a:schemeClr val="tx1"/>
              </a:solidFill>
            </a:endParaRPr>
          </a:p>
          <a:p>
            <a:pPr marL="914400" lvl="1" indent="-457200">
              <a:buFont typeface="Arial" panose="020B0604020202020204" pitchFamily="34" charset="0"/>
              <a:buChar char="•"/>
            </a:pPr>
            <a:endParaRPr lang="en-US" sz="2800" dirty="0">
              <a:solidFill>
                <a:schemeClr val="tx1"/>
              </a:solidFill>
            </a:endParaRPr>
          </a:p>
          <a:p>
            <a:pPr marL="914400" lvl="1" indent="-457200">
              <a:buFont typeface="Arial" panose="020B0604020202020204" pitchFamily="34" charset="0"/>
              <a:buChar char="•"/>
            </a:pPr>
            <a:r>
              <a:rPr lang="en-US" sz="2800" dirty="0">
                <a:solidFill>
                  <a:schemeClr val="tx1"/>
                </a:solidFill>
              </a:rPr>
              <a:t>Power Query                                            Data Cleaning and transformation.</a:t>
            </a:r>
          </a:p>
          <a:p>
            <a:pPr marL="914400" lvl="1" indent="-457200">
              <a:buFont typeface="Arial" panose="020B0604020202020204" pitchFamily="34" charset="0"/>
              <a:buChar char="•"/>
            </a:pPr>
            <a:endParaRPr lang="en-US" sz="2800" dirty="0">
              <a:solidFill>
                <a:schemeClr val="tx1"/>
              </a:solidFill>
            </a:endParaRPr>
          </a:p>
          <a:p>
            <a:pPr lvl="1"/>
            <a:endParaRPr lang="en-US" sz="2800" dirty="0">
              <a:solidFill>
                <a:schemeClr val="tx1"/>
              </a:solidFill>
            </a:endParaRPr>
          </a:p>
          <a:p>
            <a:pPr lvl="1"/>
            <a:endParaRPr lang="en-US" sz="2800" dirty="0">
              <a:solidFill>
                <a:schemeClr val="tx1"/>
              </a:solidFill>
            </a:endParaRP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p:txBody>
      </p:sp>
    </p:spTree>
    <p:extLst>
      <p:ext uri="{BB962C8B-B14F-4D97-AF65-F5344CB8AC3E}">
        <p14:creationId xmlns:p14="http://schemas.microsoft.com/office/powerpoint/2010/main" val="12378668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B7C3ED43-8B87-BA95-92E1-350093DD9AA9}"/>
              </a:ext>
            </a:extLst>
          </p:cNvPr>
          <p:cNvSpPr/>
          <p:nvPr/>
        </p:nvSpPr>
        <p:spPr>
          <a:xfrm>
            <a:off x="0" y="1"/>
            <a:ext cx="12192000" cy="6857999"/>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solidFill>
                <a:schemeClr val="tx1"/>
              </a:solidFill>
            </a:endParaRPr>
          </a:p>
          <a:p>
            <a:endParaRPr lang="en-US" sz="2800" dirty="0">
              <a:solidFill>
                <a:schemeClr val="tx1"/>
              </a:solidFill>
            </a:endParaRPr>
          </a:p>
          <a:p>
            <a:endParaRPr lang="en-US" sz="2800" dirty="0">
              <a:solidFill>
                <a:schemeClr val="tx1"/>
              </a:solidFill>
            </a:endParaRPr>
          </a:p>
          <a:p>
            <a:r>
              <a:rPr lang="en-US" sz="2800" b="1" dirty="0">
                <a:solidFill>
                  <a:schemeClr val="tx1"/>
                </a:solidFill>
              </a:rPr>
              <a:t>Data Cleaning Process.</a:t>
            </a:r>
          </a:p>
          <a:p>
            <a:r>
              <a:rPr lang="en-US" sz="2800" dirty="0">
                <a:solidFill>
                  <a:schemeClr val="tx1"/>
                </a:solidFill>
              </a:rPr>
              <a:t>The steps involved examining the dataset to identify:</a:t>
            </a:r>
          </a:p>
          <a:p>
            <a:pPr marL="457200" indent="-457200">
              <a:buFont typeface="Arial" panose="020B0604020202020204" pitchFamily="34" charset="0"/>
              <a:buChar char="•"/>
            </a:pPr>
            <a:r>
              <a:rPr lang="en-US" sz="2800" dirty="0">
                <a:solidFill>
                  <a:schemeClr val="tx1"/>
                </a:solidFill>
              </a:rPr>
              <a:t>Missing values.</a:t>
            </a:r>
          </a:p>
          <a:p>
            <a:pPr marL="457200" indent="-457200">
              <a:buFont typeface="Arial" panose="020B0604020202020204" pitchFamily="34" charset="0"/>
              <a:buChar char="•"/>
            </a:pPr>
            <a:r>
              <a:rPr lang="en-US" sz="2800" dirty="0">
                <a:solidFill>
                  <a:schemeClr val="tx1"/>
                </a:solidFill>
              </a:rPr>
              <a:t>Duplicate records.</a:t>
            </a:r>
          </a:p>
          <a:p>
            <a:pPr marL="457200" indent="-457200">
              <a:buFont typeface="Arial" panose="020B0604020202020204" pitchFamily="34" charset="0"/>
              <a:buChar char="•"/>
            </a:pPr>
            <a:r>
              <a:rPr lang="en-US" sz="2800" dirty="0">
                <a:solidFill>
                  <a:schemeClr val="tx1"/>
                </a:solidFill>
              </a:rPr>
              <a:t>Incorrect data types.</a:t>
            </a:r>
          </a:p>
          <a:p>
            <a:pPr marL="457200" indent="-457200">
              <a:buFont typeface="Arial" panose="020B0604020202020204" pitchFamily="34" charset="0"/>
              <a:buChar char="•"/>
            </a:pPr>
            <a:r>
              <a:rPr lang="en-US" sz="2800" dirty="0">
                <a:solidFill>
                  <a:schemeClr val="tx1"/>
                </a:solidFill>
              </a:rPr>
              <a:t>Inconsistent formatting.</a:t>
            </a:r>
          </a:p>
          <a:p>
            <a:pPr marL="457200" indent="-457200">
              <a:buFont typeface="Arial" panose="020B0604020202020204" pitchFamily="34" charset="0"/>
              <a:buChar char="•"/>
            </a:pPr>
            <a:r>
              <a:rPr lang="en-US" sz="2800" dirty="0">
                <a:solidFill>
                  <a:schemeClr val="tx1"/>
                </a:solidFill>
              </a:rPr>
              <a:t>Empty fields.</a:t>
            </a:r>
          </a:p>
          <a:p>
            <a:pPr marL="457200" indent="-457200">
              <a:buFont typeface="Arial" panose="020B0604020202020204" pitchFamily="34" charset="0"/>
              <a:buChar char="•"/>
            </a:pPr>
            <a:r>
              <a:rPr lang="en-US" sz="2800" dirty="0">
                <a:solidFill>
                  <a:schemeClr val="tx1"/>
                </a:solidFill>
              </a:rPr>
              <a:t>Opened Power Query Editor.</a:t>
            </a:r>
          </a:p>
          <a:p>
            <a:pPr marL="457200" indent="-457200">
              <a:buFont typeface="Arial" panose="020B0604020202020204" pitchFamily="34" charset="0"/>
              <a:buChar char="•"/>
            </a:pPr>
            <a:r>
              <a:rPr lang="en-US" sz="2800" dirty="0">
                <a:solidFill>
                  <a:schemeClr val="tx1"/>
                </a:solidFill>
              </a:rPr>
              <a:t>Reviewed column profiles and quality.</a:t>
            </a:r>
          </a:p>
          <a:p>
            <a:pPr marL="457200" indent="-457200">
              <a:buFont typeface="Arial" panose="020B0604020202020204" pitchFamily="34" charset="0"/>
              <a:buChar char="•"/>
            </a:pPr>
            <a:r>
              <a:rPr lang="en-US" sz="2800" dirty="0">
                <a:solidFill>
                  <a:schemeClr val="tx1"/>
                </a:solidFill>
              </a:rPr>
              <a:t>Checked for null and blank values.</a:t>
            </a:r>
          </a:p>
          <a:p>
            <a:pPr marL="457200" indent="-457200">
              <a:buFont typeface="Arial" panose="020B0604020202020204" pitchFamily="34" charset="0"/>
              <a:buChar char="•"/>
            </a:pPr>
            <a:r>
              <a:rPr lang="en-US" sz="2800" dirty="0">
                <a:solidFill>
                  <a:schemeClr val="tx1"/>
                </a:solidFill>
              </a:rPr>
              <a:t>Verified uniqueness of Order IDs.</a:t>
            </a:r>
          </a:p>
          <a:p>
            <a:pPr marL="457200" indent="-457200">
              <a:buFont typeface="Arial" panose="020B0604020202020204" pitchFamily="34" charset="0"/>
              <a:buChar char="•"/>
            </a:pPr>
            <a:r>
              <a:rPr lang="en-US" sz="2800" dirty="0">
                <a:solidFill>
                  <a:schemeClr val="tx1"/>
                </a:solidFill>
              </a:rPr>
              <a:t>Validated column data types.</a:t>
            </a:r>
          </a:p>
          <a:p>
            <a:pPr marL="457200" indent="-457200">
              <a:buFont typeface="Arial" panose="020B0604020202020204" pitchFamily="34" charset="0"/>
              <a:buChar char="•"/>
            </a:pPr>
            <a:r>
              <a:rPr lang="en-US" sz="2800" dirty="0">
                <a:solidFill>
                  <a:schemeClr val="tx1"/>
                </a:solidFill>
              </a:rPr>
              <a:t>Standardized formatting.</a:t>
            </a:r>
          </a:p>
          <a:p>
            <a:pPr marL="457200" indent="-457200">
              <a:buFont typeface="Arial" panose="020B0604020202020204" pitchFamily="34" charset="0"/>
              <a:buChar char="•"/>
            </a:pPr>
            <a:r>
              <a:rPr lang="en-US" sz="2800" dirty="0">
                <a:solidFill>
                  <a:schemeClr val="tx1"/>
                </a:solidFill>
              </a:rPr>
              <a:t>Closed and loaded data into Excel.</a:t>
            </a:r>
          </a:p>
          <a:p>
            <a:pPr algn="ctr"/>
            <a:endParaRPr lang="en-US" sz="2800" b="1" dirty="0">
              <a:solidFill>
                <a:schemeClr val="tx1"/>
              </a:solidFill>
            </a:endParaRPr>
          </a:p>
          <a:p>
            <a:pPr algn="ctr"/>
            <a:endParaRPr lang="en-US" sz="2800" b="1" dirty="0">
              <a:solidFill>
                <a:schemeClr val="tx1"/>
              </a:solidFill>
            </a:endParaRPr>
          </a:p>
          <a:p>
            <a:pPr algn="ctr"/>
            <a:endParaRPr lang="en-US" sz="2800" b="1" dirty="0">
              <a:solidFill>
                <a:schemeClr val="tx1"/>
              </a:solidFill>
            </a:endParaRPr>
          </a:p>
          <a:p>
            <a:pPr algn="ctr"/>
            <a:endParaRPr lang="en-US" sz="2800" dirty="0">
              <a:solidFill>
                <a:schemeClr val="tx1"/>
              </a:solidFill>
            </a:endParaRPr>
          </a:p>
          <a:p>
            <a:pPr algn="ctr"/>
            <a:endParaRPr lang="en-US" sz="2800" dirty="0">
              <a:solidFill>
                <a:schemeClr val="tx1"/>
              </a:solidFill>
            </a:endParaRPr>
          </a:p>
          <a:p>
            <a:pPr algn="ctr"/>
            <a:endParaRPr lang="en-US" sz="2800" dirty="0">
              <a:solidFill>
                <a:schemeClr val="tx1"/>
              </a:solidFill>
            </a:endParaRPr>
          </a:p>
          <a:p>
            <a:pPr algn="ctr"/>
            <a:endParaRPr lang="en-US" sz="2800" dirty="0">
              <a:solidFill>
                <a:schemeClr val="tx1"/>
              </a:solidFill>
            </a:endParaRPr>
          </a:p>
          <a:p>
            <a:pPr algn="ctr"/>
            <a:endParaRPr lang="en-US" sz="2800" dirty="0">
              <a:solidFill>
                <a:schemeClr val="tx1"/>
              </a:solidFill>
            </a:endParaRPr>
          </a:p>
          <a:p>
            <a:pPr algn="ctr"/>
            <a:endParaRPr lang="en-US" sz="2800" dirty="0">
              <a:solidFill>
                <a:schemeClr val="tx1"/>
              </a:solidFill>
            </a:endParaRPr>
          </a:p>
          <a:p>
            <a:pPr algn="ctr"/>
            <a:endParaRPr lang="en-US" sz="2800" dirty="0">
              <a:solidFill>
                <a:schemeClr val="tx1"/>
              </a:solidFill>
            </a:endParaRPr>
          </a:p>
          <a:p>
            <a:pPr algn="ctr"/>
            <a:endParaRPr lang="en-US" sz="2800" dirty="0">
              <a:solidFill>
                <a:schemeClr val="tx1"/>
              </a:solidFill>
            </a:endParaRPr>
          </a:p>
          <a:p>
            <a:pPr algn="ctr"/>
            <a:endParaRPr lang="en-US" sz="2800" dirty="0">
              <a:solidFill>
                <a:schemeClr val="tx1"/>
              </a:solidFill>
            </a:endParaRPr>
          </a:p>
          <a:p>
            <a:pPr algn="ctr"/>
            <a:endParaRPr lang="en-US" sz="2800" dirty="0">
              <a:solidFill>
                <a:schemeClr val="tx1"/>
              </a:solidFill>
            </a:endParaRPr>
          </a:p>
          <a:p>
            <a:pPr algn="ctr"/>
            <a:endParaRPr lang="en-US" sz="2800" dirty="0">
              <a:solidFill>
                <a:schemeClr val="tx1"/>
              </a:solidFill>
            </a:endParaRPr>
          </a:p>
          <a:p>
            <a:pPr algn="ctr"/>
            <a:endParaRPr lang="en-US" sz="2800" dirty="0">
              <a:solidFill>
                <a:schemeClr val="tx1"/>
              </a:solidFill>
            </a:endParaRPr>
          </a:p>
        </p:txBody>
      </p:sp>
    </p:spTree>
    <p:extLst>
      <p:ext uri="{BB962C8B-B14F-4D97-AF65-F5344CB8AC3E}">
        <p14:creationId xmlns:p14="http://schemas.microsoft.com/office/powerpoint/2010/main" val="423993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CC492C2D-AB77-4D04-9D5A-DFBF9631B50F}"/>
              </a:ext>
            </a:extLst>
          </p:cNvPr>
          <p:cNvSpPr/>
          <p:nvPr/>
        </p:nvSpPr>
        <p:spPr>
          <a:xfrm>
            <a:off x="0" y="-104172"/>
            <a:ext cx="12192000" cy="696217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b="1" dirty="0">
              <a:solidFill>
                <a:schemeClr val="tx1"/>
              </a:solidFill>
            </a:endParaRPr>
          </a:p>
          <a:p>
            <a:pPr algn="ctr"/>
            <a:endParaRPr lang="en-US" sz="2800" b="1" dirty="0">
              <a:solidFill>
                <a:schemeClr val="tx1"/>
              </a:solidFill>
            </a:endParaRPr>
          </a:p>
          <a:p>
            <a:pPr algn="ctr"/>
            <a:endParaRPr lang="en-US" sz="2800" b="1" dirty="0">
              <a:solidFill>
                <a:schemeClr val="tx1"/>
              </a:solidFill>
            </a:endParaRPr>
          </a:p>
          <a:p>
            <a:pPr algn="ctr"/>
            <a:endParaRPr lang="en-US" sz="2800" b="1" dirty="0">
              <a:solidFill>
                <a:schemeClr val="tx1"/>
              </a:solidFill>
            </a:endParaRPr>
          </a:p>
          <a:p>
            <a:pPr algn="ctr"/>
            <a:endParaRPr lang="en-US" sz="2800" b="1" dirty="0">
              <a:solidFill>
                <a:schemeClr val="tx1"/>
              </a:solidFill>
            </a:endParaRPr>
          </a:p>
          <a:p>
            <a:pPr algn="ctr"/>
            <a:endParaRPr lang="en-US" sz="2800" b="1" dirty="0">
              <a:solidFill>
                <a:schemeClr val="tx1"/>
              </a:solidFill>
            </a:endParaRPr>
          </a:p>
          <a:p>
            <a:pPr algn="ctr"/>
            <a:endParaRPr lang="en-US" sz="2800" b="1" dirty="0">
              <a:solidFill>
                <a:schemeClr val="tx1"/>
              </a:solidFill>
            </a:endParaRPr>
          </a:p>
          <a:p>
            <a:pPr algn="ctr"/>
            <a:endParaRPr lang="en-US" sz="2800" b="1" dirty="0">
              <a:solidFill>
                <a:schemeClr val="tx1"/>
              </a:solidFill>
            </a:endParaRPr>
          </a:p>
          <a:p>
            <a:pPr algn="ctr"/>
            <a:endParaRPr lang="en-US" sz="2800" b="1" dirty="0">
              <a:solidFill>
                <a:schemeClr val="tx1"/>
              </a:solidFill>
            </a:endParaRPr>
          </a:p>
          <a:p>
            <a:pPr algn="ctr"/>
            <a:endParaRPr lang="en-US" sz="2800" b="1" dirty="0">
              <a:solidFill>
                <a:schemeClr val="tx1"/>
              </a:solidFill>
            </a:endParaRPr>
          </a:p>
          <a:p>
            <a:pPr algn="ctr"/>
            <a:endParaRPr lang="en-US" sz="2800" b="1" dirty="0">
              <a:solidFill>
                <a:schemeClr val="tx1"/>
              </a:solidFill>
            </a:endParaRPr>
          </a:p>
          <a:p>
            <a:pPr algn="ctr"/>
            <a:endParaRPr lang="en-US" sz="2800" b="1" dirty="0">
              <a:solidFill>
                <a:schemeClr val="tx1"/>
              </a:solidFill>
            </a:endParaRPr>
          </a:p>
          <a:p>
            <a:pPr algn="ctr"/>
            <a:r>
              <a:rPr lang="en-US" sz="2800" b="1" dirty="0">
                <a:solidFill>
                  <a:schemeClr val="tx1"/>
                </a:solidFill>
              </a:rPr>
              <a:t>Challenges Encountered</a:t>
            </a:r>
          </a:p>
          <a:p>
            <a:r>
              <a:rPr lang="en-US" sz="2800" b="1" dirty="0">
                <a:solidFill>
                  <a:schemeClr val="tx1"/>
                </a:solidFill>
              </a:rPr>
              <a:t>Handling Missing Coupon Codes: </a:t>
            </a:r>
            <a:r>
              <a:rPr lang="en-US" sz="2800" dirty="0">
                <a:solidFill>
                  <a:schemeClr val="tx1"/>
                </a:solidFill>
              </a:rPr>
              <a:t>The Coupon Code column contained </a:t>
            </a:r>
            <a:r>
              <a:rPr lang="en-US" sz="2800">
                <a:solidFill>
                  <a:schemeClr val="tx1"/>
                </a:solidFill>
              </a:rPr>
              <a:t>missing values(309) </a:t>
            </a:r>
            <a:r>
              <a:rPr lang="en-US" sz="2800" dirty="0">
                <a:solidFill>
                  <a:schemeClr val="tx1"/>
                </a:solidFill>
              </a:rPr>
              <a:t>which initially appeared as incomplete data.</a:t>
            </a:r>
          </a:p>
          <a:p>
            <a:endParaRPr lang="en-US" sz="2800" b="1" dirty="0">
              <a:solidFill>
                <a:schemeClr val="tx1"/>
              </a:solidFill>
            </a:endParaRPr>
          </a:p>
          <a:p>
            <a:r>
              <a:rPr lang="en-US" sz="2800" b="1" dirty="0">
                <a:solidFill>
                  <a:schemeClr val="tx1"/>
                </a:solidFill>
              </a:rPr>
              <a:t>Solution: </a:t>
            </a:r>
            <a:r>
              <a:rPr lang="en-US" sz="2800" dirty="0">
                <a:solidFill>
                  <a:schemeClr val="tx1"/>
                </a:solidFill>
              </a:rPr>
              <a:t>Further inspection showed that customers could complete transactions without applying discount codes. Therefore, the missing values were considered valid business scenarios and retained.</a:t>
            </a:r>
          </a:p>
          <a:p>
            <a:r>
              <a:rPr lang="en-US" sz="2800" b="1" dirty="0">
                <a:solidFill>
                  <a:schemeClr val="tx1"/>
                </a:solidFill>
              </a:rPr>
              <a:t>Data Validation: </a:t>
            </a:r>
            <a:r>
              <a:rPr lang="en-US" sz="2800" dirty="0">
                <a:solidFill>
                  <a:schemeClr val="tx1"/>
                </a:solidFill>
              </a:rPr>
              <a:t>Ensuring that all numerical calculations were accurate required careful verification.</a:t>
            </a:r>
          </a:p>
          <a:p>
            <a:r>
              <a:rPr lang="en-US" sz="2800" b="1" dirty="0">
                <a:solidFill>
                  <a:schemeClr val="tx1"/>
                </a:solidFill>
              </a:rPr>
              <a:t>Solution: </a:t>
            </a:r>
            <a:r>
              <a:rPr lang="en-US" sz="2800" dirty="0">
                <a:solidFill>
                  <a:schemeClr val="tx1"/>
                </a:solidFill>
              </a:rPr>
              <a:t>The Quantity, Unit Price, and Total Price columns were reviewed to confirm consistency and correct formatting.</a:t>
            </a:r>
          </a:p>
          <a:p>
            <a:endParaRPr lang="en-US" sz="2800" dirty="0"/>
          </a:p>
          <a:p>
            <a:pPr algn="ctr"/>
            <a:endParaRPr lang="en-US" sz="2800" dirty="0">
              <a:solidFill>
                <a:schemeClr val="tx1"/>
              </a:solidFill>
            </a:endParaRPr>
          </a:p>
          <a:p>
            <a:pPr algn="ctr"/>
            <a:endParaRPr lang="en-US" sz="2800" dirty="0">
              <a:solidFill>
                <a:schemeClr val="tx1"/>
              </a:solidFill>
            </a:endParaRPr>
          </a:p>
          <a:p>
            <a:pPr algn="ctr"/>
            <a:endParaRPr lang="en-US" sz="2800" dirty="0">
              <a:solidFill>
                <a:schemeClr val="tx1"/>
              </a:solidFill>
            </a:endParaRPr>
          </a:p>
          <a:p>
            <a:pPr algn="ctr"/>
            <a:endParaRPr lang="en-US" sz="2800" dirty="0">
              <a:solidFill>
                <a:schemeClr val="tx1"/>
              </a:solidFill>
            </a:endParaRPr>
          </a:p>
          <a:p>
            <a:pPr algn="ctr"/>
            <a:endParaRPr lang="en-US" sz="2800" dirty="0">
              <a:solidFill>
                <a:schemeClr val="tx1"/>
              </a:solidFill>
            </a:endParaRPr>
          </a:p>
          <a:p>
            <a:pPr algn="ctr"/>
            <a:endParaRPr lang="en-US" sz="2800" dirty="0">
              <a:solidFill>
                <a:schemeClr val="tx1"/>
              </a:solidFill>
            </a:endParaRPr>
          </a:p>
          <a:p>
            <a:pPr algn="ctr"/>
            <a:endParaRPr lang="en-US" sz="2800" dirty="0">
              <a:solidFill>
                <a:schemeClr val="tx1"/>
              </a:solidFill>
            </a:endParaRPr>
          </a:p>
          <a:p>
            <a:pPr algn="ctr"/>
            <a:endParaRPr lang="en-US" sz="2800" dirty="0">
              <a:solidFill>
                <a:schemeClr val="tx1"/>
              </a:solidFill>
            </a:endParaRPr>
          </a:p>
          <a:p>
            <a:pPr algn="ctr"/>
            <a:endParaRPr lang="en-US" sz="2800" dirty="0">
              <a:solidFill>
                <a:schemeClr val="tx1"/>
              </a:solidFill>
            </a:endParaRPr>
          </a:p>
          <a:p>
            <a:pPr algn="ctr"/>
            <a:endParaRPr lang="en-US" sz="2800" dirty="0">
              <a:solidFill>
                <a:schemeClr val="tx1"/>
              </a:solidFill>
            </a:endParaRPr>
          </a:p>
          <a:p>
            <a:pPr algn="ctr"/>
            <a:endParaRPr lang="en-US" sz="2800" dirty="0">
              <a:solidFill>
                <a:schemeClr val="tx1"/>
              </a:solidFill>
            </a:endParaRPr>
          </a:p>
          <a:p>
            <a:pPr algn="ctr"/>
            <a:endParaRPr lang="en-US" sz="2800" dirty="0">
              <a:solidFill>
                <a:schemeClr val="tx1"/>
              </a:solidFill>
            </a:endParaRPr>
          </a:p>
          <a:p>
            <a:pPr algn="ctr"/>
            <a:endParaRPr lang="en-US" sz="2800" dirty="0">
              <a:solidFill>
                <a:schemeClr val="tx1"/>
              </a:solidFill>
            </a:endParaRPr>
          </a:p>
          <a:p>
            <a:pPr algn="ctr"/>
            <a:endParaRPr lang="en-US" sz="2800" dirty="0">
              <a:solidFill>
                <a:schemeClr val="tx1"/>
              </a:solidFill>
            </a:endParaRPr>
          </a:p>
        </p:txBody>
      </p:sp>
    </p:spTree>
    <p:extLst>
      <p:ext uri="{BB962C8B-B14F-4D97-AF65-F5344CB8AC3E}">
        <p14:creationId xmlns:p14="http://schemas.microsoft.com/office/powerpoint/2010/main" val="2825083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0FE33DD-EEAC-1595-F788-0575C0ACD28F}"/>
              </a:ext>
            </a:extLst>
          </p:cNvPr>
          <p:cNvSpPr/>
          <p:nvPr/>
        </p:nvSpPr>
        <p:spPr>
          <a:xfrm>
            <a:off x="0" y="0"/>
            <a:ext cx="12192000" cy="6858000"/>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a:p>
            <a:endParaRPr lang="en-US" dirty="0"/>
          </a:p>
          <a:p>
            <a:endParaRPr lang="en-US" dirty="0"/>
          </a:p>
          <a:p>
            <a:endParaRPr lang="en-US" dirty="0"/>
          </a:p>
          <a:p>
            <a:endParaRPr lang="en-US" dirty="0"/>
          </a:p>
          <a:p>
            <a:pPr algn="ctr"/>
            <a:endParaRPr lang="en-US" sz="2800" b="1" dirty="0">
              <a:solidFill>
                <a:schemeClr val="tx1"/>
              </a:solidFill>
            </a:endParaRPr>
          </a:p>
          <a:p>
            <a:endParaRPr lang="en-US" sz="2800" dirty="0"/>
          </a:p>
          <a:p>
            <a:endParaRPr lang="en-US" sz="2800" dirty="0"/>
          </a:p>
          <a:p>
            <a:endParaRPr lang="en-US" sz="2800" dirty="0"/>
          </a:p>
          <a:p>
            <a:endParaRPr lang="en-US" sz="2800" dirty="0"/>
          </a:p>
          <a:p>
            <a:r>
              <a:rPr lang="en-US" sz="2800" b="1" dirty="0">
                <a:solidFill>
                  <a:schemeClr val="tx1"/>
                </a:solidFill>
              </a:rPr>
              <a:t>Results And Outcomes</a:t>
            </a:r>
            <a:endParaRPr lang="en-US" sz="2800" dirty="0"/>
          </a:p>
          <a:p>
            <a:r>
              <a:rPr lang="en-US" sz="2800" dirty="0">
                <a:solidFill>
                  <a:schemeClr val="tx1"/>
                </a:solidFill>
              </a:rPr>
              <a:t>The project produced the following outcomes:</a:t>
            </a:r>
          </a:p>
          <a:p>
            <a:pPr marL="457200" indent="-457200">
              <a:buFont typeface="Arial" panose="020B0604020202020204" pitchFamily="34" charset="0"/>
              <a:buChar char="•"/>
            </a:pPr>
            <a:r>
              <a:rPr lang="en-US" sz="2800" dirty="0">
                <a:solidFill>
                  <a:schemeClr val="tx1"/>
                </a:solidFill>
              </a:rPr>
              <a:t>The dataset was successfully cleaned and validated.</a:t>
            </a:r>
          </a:p>
          <a:p>
            <a:pPr marL="457200" indent="-457200">
              <a:buFont typeface="Arial" panose="020B0604020202020204" pitchFamily="34" charset="0"/>
              <a:buChar char="•"/>
            </a:pPr>
            <a:r>
              <a:rPr lang="en-US" sz="2800" dirty="0">
                <a:solidFill>
                  <a:schemeClr val="tx1"/>
                </a:solidFill>
              </a:rPr>
              <a:t>Missing values were identified and appropriately handled.</a:t>
            </a:r>
          </a:p>
          <a:p>
            <a:pPr marL="457200" indent="-457200">
              <a:buFont typeface="Arial" panose="020B0604020202020204" pitchFamily="34" charset="0"/>
              <a:buChar char="•"/>
            </a:pPr>
            <a:r>
              <a:rPr lang="en-US" sz="2800" dirty="0">
                <a:solidFill>
                  <a:schemeClr val="tx1"/>
                </a:solidFill>
              </a:rPr>
              <a:t>Duplicate checks confirmed the integrity of transaction records.</a:t>
            </a:r>
          </a:p>
          <a:p>
            <a:pPr marL="457200" indent="-457200">
              <a:buFont typeface="Arial" panose="020B0604020202020204" pitchFamily="34" charset="0"/>
              <a:buChar char="•"/>
            </a:pPr>
            <a:r>
              <a:rPr lang="en-US" sz="2800" dirty="0">
                <a:solidFill>
                  <a:schemeClr val="tx1"/>
                </a:solidFill>
              </a:rPr>
              <a:t>Data types were standardized for accurate analysis.</a:t>
            </a:r>
          </a:p>
          <a:p>
            <a:pPr marL="457200" indent="-457200">
              <a:buFont typeface="Arial" panose="020B0604020202020204" pitchFamily="34" charset="0"/>
              <a:buChar char="•"/>
            </a:pPr>
            <a:r>
              <a:rPr lang="en-US" sz="2800" dirty="0">
                <a:solidFill>
                  <a:schemeClr val="tx1"/>
                </a:solidFill>
              </a:rPr>
              <a:t>The dataset became analysis-ready for dashboard development.</a:t>
            </a:r>
          </a:p>
          <a:p>
            <a:pPr marL="457200" indent="-457200">
              <a:buFont typeface="Arial" panose="020B0604020202020204" pitchFamily="34" charset="0"/>
              <a:buChar char="•"/>
            </a:pPr>
            <a:r>
              <a:rPr lang="en-US" sz="2800" dirty="0">
                <a:solidFill>
                  <a:schemeClr val="tx1"/>
                </a:solidFill>
              </a:rPr>
              <a:t>The project improved practical skills in Excel and Power Query.</a:t>
            </a:r>
          </a:p>
          <a:p>
            <a:pPr algn="ctr"/>
            <a:endParaRPr lang="en-US" sz="2800" dirty="0">
              <a:solidFill>
                <a:schemeClr val="tx1"/>
              </a:solidFill>
            </a:endParaRPr>
          </a:p>
          <a:p>
            <a:pPr algn="ctr"/>
            <a:endParaRPr lang="en-US" sz="2800" dirty="0"/>
          </a:p>
          <a:p>
            <a:pPr algn="ctr"/>
            <a:endParaRPr lang="en-US" sz="2800"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spTree>
    <p:extLst>
      <p:ext uri="{BB962C8B-B14F-4D97-AF65-F5344CB8AC3E}">
        <p14:creationId xmlns:p14="http://schemas.microsoft.com/office/powerpoint/2010/main" val="3645210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79532273-396E-B3BE-F69F-429A4711FF13}"/>
              </a:ext>
            </a:extLst>
          </p:cNvPr>
          <p:cNvSpPr/>
          <p:nvPr/>
        </p:nvSpPr>
        <p:spPr>
          <a:xfrm>
            <a:off x="0" y="0"/>
            <a:ext cx="12192000" cy="6858000"/>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a:p>
            <a:pPr lvl="8" algn="just"/>
            <a:r>
              <a:rPr lang="en-US" sz="2800" b="1" dirty="0">
                <a:solidFill>
                  <a:schemeClr val="tx1"/>
                </a:solidFill>
              </a:rPr>
              <a:t>Conclusion</a:t>
            </a:r>
          </a:p>
          <a:p>
            <a:r>
              <a:rPr lang="en-US" sz="2800" dirty="0">
                <a:solidFill>
                  <a:schemeClr val="tx1"/>
                </a:solidFill>
              </a:rPr>
              <a:t>This internship project provided practical experience in data cleaning, preprocessing, and validation using Power Query and Excel.</a:t>
            </a:r>
          </a:p>
          <a:p>
            <a:r>
              <a:rPr lang="en-US" sz="2800" dirty="0">
                <a:solidFill>
                  <a:schemeClr val="tx1"/>
                </a:solidFill>
              </a:rPr>
              <a:t>The project demonstrated the importance of preparing data before analysis. Through careful inspection and transformation, the dataset was successfully converted into a clean and structured format suitable for business intelligence reporting.</a:t>
            </a:r>
          </a:p>
          <a:p>
            <a:r>
              <a:rPr lang="en-US" sz="2800" dirty="0">
                <a:solidFill>
                  <a:schemeClr val="tx1"/>
                </a:solidFill>
              </a:rPr>
              <a:t>The experience gained during this project improved technical skills in data analysis and problem-solving.</a:t>
            </a:r>
          </a:p>
          <a:p>
            <a:r>
              <a:rPr lang="en-US" sz="2800" dirty="0">
                <a:solidFill>
                  <a:schemeClr val="tx1"/>
                </a:solidFill>
              </a:rPr>
              <a:t>Overall, the project was successful in ensuring data quality and preparing the dataset for reliable analysis and reporting.</a:t>
            </a: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spTree>
    <p:extLst>
      <p:ext uri="{BB962C8B-B14F-4D97-AF65-F5344CB8AC3E}">
        <p14:creationId xmlns:p14="http://schemas.microsoft.com/office/powerpoint/2010/main" val="26898753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TotalTime>
  <Words>494</Words>
  <Application>Microsoft Office PowerPoint</Application>
  <PresentationFormat>Widescreen</PresentationFormat>
  <Paragraphs>190</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Miriam Ugboro</dc:creator>
  <cp:lastModifiedBy>Miriam Ugboro</cp:lastModifiedBy>
  <cp:revision>1</cp:revision>
  <dcterms:created xsi:type="dcterms:W3CDTF">2026-05-25T08:44:27Z</dcterms:created>
  <dcterms:modified xsi:type="dcterms:W3CDTF">2026-05-25T09:56:24Z</dcterms:modified>
</cp:coreProperties>
</file>